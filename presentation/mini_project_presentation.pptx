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Implementation of Binary to Gray Code Converter in Quantum Dot Cellular Automata</a:t>
            </a:r>
          </a:p>
          <a:p>
            <a:r>
              <a:t>CMR Institute of Technology - ECE - 2024-25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Study QCA concepts</a:t>
            </a:r>
          </a:p>
          <a:p>
            <a:r>
              <a:t>Implement Binary-to-Gray conversion</a:t>
            </a:r>
          </a:p>
          <a:p>
            <a:r>
              <a:t>Provide Verilog reference and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4-bit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G3 = B3</a:t>
            </a:r>
          </a:p>
          <a:p>
            <a:r>
              <a:t>G2 = B3 XOR B2</a:t>
            </a:r>
          </a:p>
          <a:p>
            <a:r>
              <a:t>G1 = B2 XOR B1</a:t>
            </a:r>
          </a:p>
          <a:p>
            <a:r>
              <a:t>G0 = B1 XOR B0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QCA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QCA cells and polarization</a:t>
            </a:r>
          </a:p>
          <a:p>
            <a:r>
              <a:t>Majority gates and inverters</a:t>
            </a:r>
          </a:p>
          <a:p>
            <a:r>
              <a:t>Clock zones and signal propagation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Specification -&gt; equations -&gt; Verilog -&gt; QCA concepts -&gt; verification -&gt;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16 possible 4-bit inputs</a:t>
            </a:r>
          </a:p>
          <a:p>
            <a:r>
              <a:t>Gray = Binary XOR (Binary &gt;&gt; 1)</a:t>
            </a:r>
          </a:p>
          <a:p>
            <a:r>
              <a:t>Testbenches included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PDF</a:t>
            </a:r>
          </a:p>
          <a:p>
            <a:r>
              <a:t>DOCX</a:t>
            </a:r>
          </a:p>
          <a:p>
            <a:r>
              <a:t>PPTX</a:t>
            </a:r>
          </a:p>
          <a:p>
            <a:r>
              <a:t>XLSX</a:t>
            </a:r>
          </a:p>
          <a:p>
            <a:r>
              <a:t>Verilog</a:t>
            </a:r>
          </a:p>
          <a:p>
            <a:r>
              <a:t>ZIP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